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к основной презентации. По одному слайду на группу, все пункты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Диагностика: 6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Обратная связь и метрики: 7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 и гостеприимство: 9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Стандарты и документы: 5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Цифровые сервисы: 4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Площадка: 3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Укрепление горизонтальных связей: 6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Монетизация и продукты: 8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6634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846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пунктов в восьми группах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Самостоятельный анализ клиентских путей - цифрового и физического.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профилей посетителей и карт пути (CJM) для каждого из них: первый визит, семья с детьми, повторный посетитель, гость из региона/иностранец, профессионал, посетитель с инвалидностью, подросток.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Построение Service Blueprint: кто и какими системами обеспечивает каждую точку контакта.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18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9981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площадки: навигация, вход и очередь, гардероб, туалеты, места для сидения, шум, освещение, доступность, точки отдыха, выход.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31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81304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интервью с сотрудниками фронт-линии (колл-центр, инфостойка и т.д.), изучение действующих скриптов и базы знаний.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4531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5445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52628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глубинных интервью с посетителями для выявления инсайтов, которые в дальнейшем можно протестировать в опросах.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журнала обращений и жалоб по темам, разбор на регулярной основе.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отзывов посетителей в открытых источниках и процесса работы с ними, включая социальные сети, на регулярной основе.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 нулевых замеров по набору метрик: удовлетворённость (CSI/CSAT), лёгкость взаимодействия (CES), лояльность (NPS), индекс доверия, повторные визиты, средний чек на посетителя.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36499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Построение процесса непрерывного опроса на сайте и в точках контакта, квартальные замеры индексов при необходимости, годовой замер индекса доверия.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00507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0965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407822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Получение обратной связи от медиации и клиентского сервиса.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4531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5445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52628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годового цикла независимых тайных визитов по всей цепочке - от сайта до кафе/магазина и выхода.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90118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97433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бэклога запросов от посетителей и сотрудников: приоритизация, анализ стоимости изменений и трансляция владельцам процессов и продуктов.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регулярного обучения персонала фронт-линии.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88366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Корректировка скриптов и базы знаний, поддержание их в актуальном состоянии.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23113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2951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27685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тестирования сотрудников на знание стандартов и базы знаний.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6243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688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67004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внешних тренингов по эмпатии и гостеприимству - ключевой дефицит текущего сервиса.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0815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06324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регулярных воркшопов по программе: произведение или тема с тезисами, которые сотрудник может рассказать.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67588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7398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72160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гибридной роли «сервис + контент»: сотрудник отвечает и на операционный, и на содержательный вопрос без переадресации.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33425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982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37997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Пересмотр статуса и условий фронт-линии: карьерная лестница, поощрения, оплата, графики, включение в общие собрания, канал для идей с обязательным ответом.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99262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056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503834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базы знаний онлайн.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38581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4498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" y="543153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должности директора по клиентскому опыту.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стандарта обслуживания: что посетитель вправе ожидать в каждой точке контакта и на какие вопросы должен получить ответ.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Публикация обещания посетителю - внешняя версия стандарта обслуживания.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хендбука сотрудника службы: правила, политики, сценарии, действия в чрезвычайных ситуациях.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18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9981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регламента работы с обратной связью.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5478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Утверждение матрицы полномочий фронт-линии: что сотрудник вправе решить на месте без согласования - возврат, компенсация, повторный визит, эскалация.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Доработка цифровых путей и процессов по результатам диагностики и анализа.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Пересмотр UI/UX сайта.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4048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38658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мобильного приложения и веб-сервисов ГЭС-2 для посетителей.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6148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852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83464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Выстраивание жизненного цикла автоматизированных систем, переход на микросервисную архитектуру по внутренним системам и сайту.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практики моментального информирования (чат): любой сотрудник может сообщить о неполадке - луже, сломанной плитке, ручке.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 SLA с внешними операторами: питание, клининг, паркинг, билетный сервис.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Укрепление горизонтальных связей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регулярных совместных совещаний между программным и коммерческим блоками для выстраивания взаимодействия и отработки запросов.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практики ротации сотрудников бэк-офиса в зал, включая программный блок - одна-две смены в год.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премиального фонда для компенсации ресурсов смежных подразделений, участвующих в коммерческих мероприятиях.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36499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программы внутренней мотивации сотрудников - геймификация, поощрения, командировки.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31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81304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Делегирование ответственности.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1879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2793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26110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мобильного приложения для сотрудников и перевод рабочей коммуникации в каналы, где люди действительно находятся.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группы коммерческих сервисов - участники, процессы.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88366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короткого цикла проверки гипотез - инкубатор: гипотеза вбрасывается, эксперты дают критику, выжившая превращается в MVP.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603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54203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Проработка стратегии патронажа и спонсорства для индивидуальных лиц, а не корпоративных партнёров: членство, участие в создании искусства, привилегии.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20040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и рост среднего чека внутри здания - магазин, питание, платные форматы.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11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59359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Оказание услуг на внешнем рынке: медиапроизводство, продюсерский консалтинг - с возможностью премирования.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410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0050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98678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арт-консалтинга.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33425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982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37997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направления выставок корпоративных коллекций партнёров.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72744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79145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77316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«Сводов»: платный доступ к мастерским и студиям, коммерческие производственные заказы.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2026-09-12T12:18:09Z</dcterms:created>
  <dcterms:modified xsi:type="dcterms:W3CDTF">2026-09-12T12:18:09Z</dcterms:modified>
</cp:coreProperties>
</file>