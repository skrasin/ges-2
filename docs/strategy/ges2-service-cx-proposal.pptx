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Оформление по дизайн-системе ГЭС-2: монохром, без скруглений и теней, вес на типографике. Шрифт Diagramatika проприетарный - верстка на fallback (Arial / Helvetica Neue).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утверждения, задающие рамку. Фото фасада - узнаваемость за секунду.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направлений. Дальше каждое раскрывается отдельным слайдом.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Механизмы, а не намерения: горизонталь строится процедурами и деньгами, не призывами.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значим. Фотографию лучше заменить на собственный снимок реальной точки трения, сделанный при проходе пути.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Минимум показателей, по которым реально принимаются решения. Всё начинается с нулевого замера. Под таблицей - три постоянных источника обратной связи.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Разделение намеренное: одним обучением дефицит гостеприимства не закрывается, условия работы влияют не меньше.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артефактов, которые появляются на выходе. Порядок: сначала диагностика, потом документы.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страница ges-2.org. Две точки трения видны прямо на экране: бегущая строка с режимом работы, которую нельзя перечитать, и кнопка «Регистрация на вход» без визуального приоритета, хотя это главное целевое действие посетителя.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на стыках с внешними операторами обеспечивается договором, а не просьбами.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Платить за то, чтобы получить больше, укрепляет доверие. Платить за то, чтобы войти, испытывает 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 культуры «ГЭС-2»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по улучшению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направления сервиса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клиентского опыта ГЭС-2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091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«Аудитория доверяет ГЭС-2 открывать новое искусство»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Понимание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 аудитории - то,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поддерживает сервис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62072"/>
            <a:ext cx="56692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089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Исполнение сервиса требует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единых стандартов и дисциплины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187952"/>
            <a:ext cx="56692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4348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Постепенный переход к модели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частичной окупаемости находится в фокусе</a:t>
            </a:r>
            <a:endParaRPr lang="en-US" sz="1800" dirty="0"/>
          </a:p>
        </p:txBody>
      </p:sp>
      <p:pic>
        <p:nvPicPr>
          <p:cNvPr id="9" name="Image 0" descr="/home/user/ges-2/docs/strategy/deck-image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103120"/>
            <a:ext cx="4873752" cy="324916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675120" y="2103120"/>
            <a:ext cx="4873752" cy="324916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Содержание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выстраивается взаимодействие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677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67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679192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7980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980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209544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284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3739896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58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58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4270248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389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4800600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5330952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54498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54498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0080" y="5861304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pic>
        <p:nvPicPr>
          <p:cNvPr id="28" name="Image 0" descr="/home/user/ges-2/docs/strategy/deck-images/prospek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48840"/>
            <a:ext cx="5239512" cy="3493008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6309360" y="2148840"/>
            <a:ext cx="5239512" cy="349300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выстраивается взаимодействие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1200" dirty="0"/>
          </a:p>
        </p:txBody>
      </p:sp>
      <p:pic>
        <p:nvPicPr>
          <p:cNvPr id="4" name="Image 0" descr="/home/user/ges-2/docs/strategy/deck-images/svod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4754880" cy="3169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2011680"/>
            <a:ext cx="4754880" cy="316992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874520"/>
            <a:ext cx="56509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совместные совещания с продюсерским и коммерческим блоками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Ротация сотрудников бэк-офиса в зал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Премиальный фонд для смежных подразделений в коммерческих проектах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Внутренняя мотивация и делегирование ответственности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Рабочая коммуникация в каналах, где люди действительно есть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874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Пройти путь самостоятельно - цифровой и физический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62432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 посетителей и карты пути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7413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Blueprint: кто обеспечивает каждую точку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2394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площадки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87375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Интервью: фронт-линия и посетители</a:t>
            </a:r>
            <a:endParaRPr lang="en-US" sz="1500" dirty="0"/>
          </a:p>
        </p:txBody>
      </p:sp>
      <p:pic>
        <p:nvPicPr>
          <p:cNvPr id="14" name="Image 0" descr="/home/user/ges-2/docs/strategy/deck-images/f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2194560"/>
            <a:ext cx="4645152" cy="3096768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903720" y="2194560"/>
            <a:ext cx="4645152" cy="309676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2956255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меряем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часто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Удовлетворённость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CSI / CSAT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Лёгкость взаимодействия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Лояльность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квартал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Доверие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индекс доверия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год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Удержание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повторные визиты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Средний чек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capita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98348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обращений и отзывы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регулярный разбор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398264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Тайный визит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несколько раз в год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56448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Бэклог запросов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оценкой стоимости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1200" dirty="0"/>
          </a:p>
        </p:txBody>
      </p:sp>
      <p:pic>
        <p:nvPicPr>
          <p:cNvPr id="4" name="Image 0" descr="/home/user/ges-2/docs/strategy/deck-images/medi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05456"/>
            <a:ext cx="3931920" cy="2621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2505456"/>
            <a:ext cx="3931920" cy="262128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74920" y="178308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074920" y="2194560"/>
            <a:ext cx="6473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Гостеприимство как проверяемый навык: обучение, тестирование, внешние тренинги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Актуальные скрипты и база знаний онлайн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воркшопы по программе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Гибридная роль «сервис + контент»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074920" y="406908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Условия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074920" y="4480560"/>
            <a:ext cx="6473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Карьерная лестница, поощрения, оплата, графики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Участие в общих собраниях, канал для идей с обязательным ответом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 по клиентскому опыту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32304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62072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632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2432304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Публичное обещание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посетителю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84064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8523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85232" y="2432304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Хендбук сотрудника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службы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06056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0722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507224" y="2432304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работы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обратной связью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528048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921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729216" y="2432304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 полномочий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фронт-линии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сайта и цифровые пути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Мобильное приложение и веб-сервисы ГЭС-2 для посетителей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Жизненный цикл систем, переход на микросервисную архитектуру</a:t>
            </a:r>
            <a:endParaRPr lang="en-US" sz="1500" dirty="0"/>
          </a:p>
        </p:txBody>
      </p:sp>
      <p:pic>
        <p:nvPicPr>
          <p:cNvPr id="5" name="Image 0" descr="/home/user/ges-2/docs/strategy/deck-images/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2377440"/>
            <a:ext cx="5696712" cy="27572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0" y="2377440"/>
            <a:ext cx="5696712" cy="275723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неполадок: увидел - сообщил - починили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Улучшение точек питания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с внешними операторами: питание, клининг, паркинг, билетный сервис</a:t>
            </a:r>
            <a:endParaRPr lang="en-US" sz="1500" dirty="0"/>
          </a:p>
        </p:txBody>
      </p:sp>
      <p:pic>
        <p:nvPicPr>
          <p:cNvPr id="5" name="Image 0" descr="/home/user/ges-2/docs/strategy/deck-images/platform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48840"/>
            <a:ext cx="5239512" cy="34930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09360" y="2148840"/>
            <a:ext cx="5239512" cy="349300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существующем потоке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чек: магазин, питание, платные форматы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Патронаж и членство для частных лиц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продукты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1945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коммерческих сервисов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«Сводов»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Инкубатор гипотез в MVP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 на внешнем рынке, арт-консалтинг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Выставки корпоративных коллекций партнёров</a:t>
            </a:r>
            <a:endParaRPr lang="en-US" sz="1300" dirty="0"/>
          </a:p>
        </p:txBody>
      </p:sp>
      <p:pic>
        <p:nvPicPr>
          <p:cNvPr id="8" name="Image 0" descr="/home/user/ges-2/docs/strategy/deck-images/boo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2194560"/>
            <a:ext cx="3593592" cy="23957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2194560"/>
            <a:ext cx="3593592" cy="239572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2026-09-12T18:09:31Z</dcterms:created>
  <dcterms:modified xsi:type="dcterms:W3CDTF">2026-09-12T18:09:31Z</dcterms:modified>
</cp:coreProperties>
</file>