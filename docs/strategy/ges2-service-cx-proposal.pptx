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-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-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лучше заменить на собственный снимок реальной точки трения, сделанный при проходе пути.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 Под таблицей - три постоянных источника обратной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страница ges-2.org. Две точки трения видны прямо на экране: бегущая строка с режимом работы, которую нельзя перечитать, и кнопка «Регистрация на вход» без визуального приоритета, хотя это главное целевое действие посетителя.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- то,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поддерживает сервис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6207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Исполнение сервиса требует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единых стандартов и дисциплины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18795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4348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Постепенный переход к модели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частичной окупаемости находится в фокусе</a:t>
            </a:r>
            <a:endParaRPr lang="en-US" sz="1800" dirty="0"/>
          </a:p>
        </p:txBody>
      </p:sp>
      <p:pic>
        <p:nvPicPr>
          <p:cNvPr id="9" name="Image 0" descr="/home/user/ges-2/docs/strategy/deck-image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03120"/>
            <a:ext cx="4873752" cy="32491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675120" y="2103120"/>
            <a:ext cx="4873752" cy="32491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67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67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67919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798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98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58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270248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389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533095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4498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54498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86130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pic>
        <p:nvPicPr>
          <p:cNvPr id="28" name="Image 0" descr="/home/user/ges-2/docs/strategy/deck-images/prospek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1200" dirty="0"/>
          </a:p>
        </p:txBody>
      </p:sp>
      <p:pic>
        <p:nvPicPr>
          <p:cNvPr id="4" name="Image 0" descr="/home/user/ges-2/docs/strategy/deck-images/svod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4754880" cy="3169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011680"/>
            <a:ext cx="4754880" cy="316992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874520"/>
            <a:ext cx="56509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- цифровой и физический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6243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7413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2394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8737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pic>
        <p:nvPicPr>
          <p:cNvPr id="14" name="Image 0" descr="/home/user/ges-2/docs/strategy/deck-image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194560"/>
            <a:ext cx="4645152" cy="309676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903720" y="2194560"/>
            <a:ext cx="4645152" cy="30967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295625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регулярный разбор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98264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раз в год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56448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1200" dirty="0"/>
          </a:p>
        </p:txBody>
      </p:sp>
      <p:pic>
        <p:nvPicPr>
          <p:cNvPr id="4" name="Image 0" descr="/home/user/ges-2/docs/strategy/deck-images/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3931920" cy="2621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3931920" cy="262128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74920" y="1783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219456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4069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74920" y="448056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84064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8523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85232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06056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0722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507224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528048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921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729216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pic>
        <p:nvPicPr>
          <p:cNvPr id="5" name="Image 0" descr="/home/user/ges-2/docs/strategy/deck-images/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2377440"/>
            <a:ext cx="5696712" cy="27572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0" y="2377440"/>
            <a:ext cx="5696712" cy="275723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- сообщил -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pic>
        <p:nvPicPr>
          <p:cNvPr id="5" name="Image 0" descr="/home/user/ges-2/docs/strategy/deck-images/platfor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1945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в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pic>
        <p:nvPicPr>
          <p:cNvPr id="8" name="Image 0" descr="/home/user/ges-2/docs/strategy/deck-images/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194560"/>
            <a:ext cx="3593592" cy="23957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2194560"/>
            <a:ext cx="3593592" cy="239572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2026-09-12T17:58:00Z</dcterms:created>
  <dcterms:modified xsi:type="dcterms:W3CDTF">2026-09-12T17:58:00Z</dcterms:modified>
</cp:coreProperties>
</file>