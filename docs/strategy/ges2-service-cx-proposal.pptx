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Оформление по дизайн-системе ГЭС-2: монохром, без скруглений и теней, вес на типографике. Шрифт Diagramatika проприетарный - верстка на fallback (Arial / Helvetica Neue).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утверждения, задающие рамку. Фото фасада - узнаваемость за секунду.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направлений. Дальше каждое раскрывается отдельным слайдом.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Механизмы, а не намерения: горизонталь строится процедурами и деньгами, не призывами.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значим. Фотографию лучше заменить на собственный снимок реальной точки трения, сделанный при проходе пути.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Минимум показателей, по которым реально принимаются решения. Всё начинается с нулевого замера. Под таблицей - три постоянных источника обратной связи.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Разделение намеренное: одним обучением дефицит гостеприимства не закрывается, условия работы влияют не меньше.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артефактов, которые появляются на выходе. Порядок: сначала диагностика, потом документы.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главной страницы сайта. Снимается самостоятельно - из этой среды внешние сайты недоступны.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 на стыках с внешними операторами обеспечивается договором, а не просьбами.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Платить за то, чтобы получить больше, укрепляет доверие. Платить за то, чтобы войти, испытывает 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S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 культуры «ГЭС-2»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spc="7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по улучшению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spc="7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направления сервиса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spc="7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клиентского опыта ГЭС-2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«Аудитория доверяет ГЭС-2 открывать новое искусство»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Наше понимание задачи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spc="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 аудитории - то,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spc="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чего существует сервис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62072"/>
            <a:ext cx="56692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spc="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не создаёт доверие,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spc="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его исполняет и конвертирует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87952"/>
            <a:ext cx="56692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434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spc="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Периметр - весь путь, от поиска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spc="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информации до выхода из здания</a:t>
            </a:r>
            <a:endParaRPr lang="en-US" sz="1800" dirty="0"/>
          </a:p>
        </p:txBody>
      </p:sp>
      <p:pic>
        <p:nvPicPr>
          <p:cNvPr id="8" name="Image 0" descr="/home/user/ges-2/docs/strategy/deck-images/faca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03120"/>
            <a:ext cx="4873752" cy="3249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2103120"/>
            <a:ext cx="4873752" cy="3249168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Горизонтальные связи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67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67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980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98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 и метрики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09544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28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 и гостеприимство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и документы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70248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сервисы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919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330952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4498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4498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Монетизация и продукты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5861304"/>
            <a:ext cx="52120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27" name="Image 0" descr="/home/user/ges-2/docs/strategy/deck-images/prospek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48840"/>
            <a:ext cx="5239512" cy="349300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09360" y="2148840"/>
            <a:ext cx="5239512" cy="3493008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выстраивается взаимодействие</a:t>
            </a:r>
            <a:endParaRPr lang="en-US" sz="3000" dirty="0"/>
          </a:p>
        </p:txBody>
      </p:sp>
      <p:pic>
        <p:nvPicPr>
          <p:cNvPr id="3" name="Image 0" descr="/home/user/ges-2/docs/strategy/deck-images/svod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4754880" cy="3169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011680"/>
            <a:ext cx="4754880" cy="3169920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874520"/>
            <a:ext cx="5650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совместные совещания с продюсерским и коммерческим блоками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Ротация сотрудников бэк-офиса в зал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Премиальный фонд для смежных подразделений в коммерческих проектах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Внутренняя мотивация и делегирование ответственности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коммуникация в каналах, где люди действительно есть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4" kern="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874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путь самостоятельно - цифровой и физический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4" kern="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243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 посетителей и карты пути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4" kern="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37413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Blueprint: кто обеспечивает каждую точку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4" kern="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12394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площадки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4" kern="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873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Интервью: фронт-линия и посетители</a:t>
            </a:r>
            <a:endParaRPr lang="en-US" sz="1500" dirty="0"/>
          </a:p>
        </p:txBody>
      </p:sp>
      <p:pic>
        <p:nvPicPr>
          <p:cNvPr id="13" name="Image 0" descr="/home/user/ges-2/docs/strategy/deck-images/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194560"/>
            <a:ext cx="4645152" cy="30967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903720" y="2194560"/>
            <a:ext cx="4645152" cy="3096768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 и метрики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00400"/>
                <a:gridCol w="295625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меряем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часто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Удовлетворённость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/ CSAT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непрерывно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Лёгкость взаимодействия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непрерывно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Лояльность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квартал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Доверие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индекс доверия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Удержание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повторные визиты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 чек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capita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98348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52120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обращений и отзывы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регулярный разбор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398264" y="52120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Тайный визит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в год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56448" y="52120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Бэклог запросов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оценкой стоимости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 и гостеприимство</a:t>
            </a:r>
            <a:endParaRPr lang="en-US" sz="3000" dirty="0"/>
          </a:p>
        </p:txBody>
      </p:sp>
      <p:pic>
        <p:nvPicPr>
          <p:cNvPr id="3" name="Image 0" descr="/home/user/ges-2/docs/strategy/deck-images/medi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931920" cy="2621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783080"/>
            <a:ext cx="3931920" cy="2621280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74920" y="1783080"/>
            <a:ext cx="6473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2194560"/>
            <a:ext cx="6473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Гостеприимство как проверяемый навык: обучение, тестирование, внешние тренинги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 скрипты и база знаний онлайн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воркшопы по программе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Гибридная роль «сервис + контент»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74920" y="4069080"/>
            <a:ext cx="6473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4480560"/>
            <a:ext cx="6473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Карьерная лестница, поощрения, оплата, графики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Участие в общих собраниях, канал для идей с обязательным ответом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 по клиентскому опыту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и документы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566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обслуживания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62072" y="192024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3566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Публичное обещание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84064" y="192024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85232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3566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Хендбук сотрудника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службы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06056" y="192024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07224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07224" y="3566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 работы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обратной связью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28048" y="192024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29216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729216" y="3566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полномочий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фронт-линии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сервисы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сайта и цифровые пути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 приложение и веб-сервисы ГЭС-2 для посетителей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систем, переход на микросервисную архитектуру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0" y="2011680"/>
            <a:ext cx="5696712" cy="3797808"/>
          </a:xfrm>
          <a:prstGeom prst="rect">
            <a:avLst/>
          </a:prstGeom>
          <a:solidFill>
            <a:srgbClr val="EEEEEE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0" y="3499104"/>
            <a:ext cx="5330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 ges-2.org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 неполадок: увидел - сообщил - починили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Улучшение точек питания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с внешними операторами: питание, клининг, паркинг, билетный сервис</a:t>
            </a:r>
            <a:endParaRPr lang="en-US" sz="1500" dirty="0"/>
          </a:p>
        </p:txBody>
      </p:sp>
      <p:pic>
        <p:nvPicPr>
          <p:cNvPr id="4" name="Image 0" descr="/home/user/ges-2/docs/strategy/deck-images/platfor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48840"/>
            <a:ext cx="5239512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2148840"/>
            <a:ext cx="5239512" cy="3493008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Монетизация и продукты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существующем потоке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чек: магазин, питание, платные форматы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Патронаж и членство для частных лиц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продукты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945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коммерческих сервисов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Монетизация «Сводов»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Инкубатор гипотез в MVP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 на внешнем рынке, арт-консалтинг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Выставки корпоративных коллекций партнёров</a:t>
            </a:r>
            <a:endParaRPr lang="en-US" sz="1300" dirty="0"/>
          </a:p>
        </p:txBody>
      </p:sp>
      <p:pic>
        <p:nvPicPr>
          <p:cNvPr id="7" name="Image 0" descr="/home/user/ges-2/docs/strategy/deck-images/boo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194560"/>
            <a:ext cx="3593592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2194560"/>
            <a:ext cx="3593592" cy="2395728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2026-09-11T19:10:55Z</dcterms:created>
  <dcterms:modified xsi:type="dcterms:W3CDTF">2026-09-11T19:10:55Z</dcterms:modified>
</cp:coreProperties>
</file>