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—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—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границы ответственности, а предмет совместной работы с каждой функцией.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делаем сами: пройти как посетитель и снять две-три реальные точки трения.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делаются самостоятельно за полчаса и работают как доказательство, а не иллюстрация.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Красин ·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Наше 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— то,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ради чего существует сервис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2807208"/>
            <a:ext cx="640080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632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создаёт доверие,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его исполняет и конвертирует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4178808"/>
            <a:ext cx="640080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4348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Периметр — весь путь, от поиска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информации до выхода из здания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589520" y="1691640"/>
            <a:ext cx="3959352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0" y="3291840"/>
            <a:ext cx="3593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фасад ГЭС-2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Болотной набережной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Горизонтальные связи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219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219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52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523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282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2826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694176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813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813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224528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343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4343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873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8737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4041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404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40880" y="1691640"/>
            <a:ext cx="4507992" cy="425196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23760" y="3406140"/>
            <a:ext cx="4142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внутренний двор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кем работаем вместе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9844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Впечатление посетителя/клиента единое — складывается из работы нескольких команд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Продюсерский блок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и загрузка площадки, совместимость программных и коммерческих событий, окна на монтаж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832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Маркетинг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Совпадение обещания и опыта: анонс должен сойтись с тем, что человек получает на входе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548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Внутренние и внешние коммуникации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Единые формулировки во всех каналах, работа с публичными отзывами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116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Медиация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стандарты разговора с посетителем: для гостя медиатор и сотрудник службы неразличимы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33832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Статус, условия и обучение фронт-линии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47548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Внешние операторы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Питание, клининг, паркинг, билетный сервис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754880" cy="41148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337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закулисье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выставки или «Своды»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783080"/>
            <a:ext cx="56509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7830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— цифровой и физический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69464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55848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142232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928616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903720" y="1691640"/>
            <a:ext cx="4645152" cy="41148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3337560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собственный снимок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прохода пути — точка трения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78638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46888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144000" y="1783080"/>
            <a:ext cx="24048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 — регулярный разбор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 раз в год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 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931920" cy="41148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337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сотрудник в диалоге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посетителем — лицо, не интерьер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74920" y="169164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210312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397764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438912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62072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4064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85232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285232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06056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07224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507224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528048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29216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29216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 обслуживания не пишется до аудита точек контакта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0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события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36408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19288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820656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03536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120640"/>
            <a:ext cx="5696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Скриншоты текущего пути с пометками, где человек теряется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— сообщил —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309360" y="1691640"/>
            <a:ext cx="5239512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92240" y="3291840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кафе или гардероб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210312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→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0" y="1691640"/>
            <a:ext cx="3319272" cy="36576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310896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магазин ГЭС-2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 отбора — продаём углубление, а не доступ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2026-09-11T18:25:01Z</dcterms:created>
  <dcterms:modified xsi:type="dcterms:W3CDTF">2026-09-11T18:25:01Z</dcterms:modified>
</cp:coreProperties>
</file>