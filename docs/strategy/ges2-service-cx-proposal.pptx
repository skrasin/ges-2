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Оформление по дизайн-системе ГЭС-2: монохром, без скруглений и теней, вес на типографике. Шрифт Diagramatika проприетарный — верстка на fallback (Arial / Helvetica Neue).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утверждения, задающие рамку. Фото фасада — узнаваемость за секунду.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направлений. Дальше каждое раскрывается отдельным слайдом.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границы ответственности, а предмет совместной работы с каждой функцией.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Механизмы, а не намерения: горизонталь строится процедурами и деньгами, не призывами.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Порядок значим. Фотографию делаем сами: пройти как посетитель и снять две-три реальные точки трения.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Минимум показателей, по которым реально принимаются решения. Всё начинается с нулевого замера.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Разделение намеренное: одним обучением дефицит гостеприимства не закрывается, условия работы влияют не меньше.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артефактов, которые появляются на выходе. Порядок: сначала диагностика, потом документы.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делаются самостоятельно за полчаса и работают как доказательство, а не иллюстрация.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на стыках с внешними операторами обеспечивается договором, а не просьбами.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Платить за то, чтобы получить больше, укрепляет доверие. Платить за то, чтобы войти, испытывает 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 культуры «ГЭС-2»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по улучшению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направления сервиса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клиентского опыта ГЭС-2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091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«Аудитория доверяет ГЭС-2 открывать новое искусство»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Наше понимание задачи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Доверие аудитории — то,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ради чего существует сервис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2807208"/>
            <a:ext cx="640080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0632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не создаёт доверие,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 его исполняет и конвертирует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4178808"/>
            <a:ext cx="640080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44348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Периметр — весь путь, от поиска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информации до выхода из здания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589520" y="1691640"/>
            <a:ext cx="3959352" cy="402336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0" y="3291840"/>
            <a:ext cx="3593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фасад ГЭС-2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Болотной набережной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Содержание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Горизонтальные связи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219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2219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523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523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163824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282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2826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694176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813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8130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224528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343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4343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873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8737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5285232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4041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54041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40080" y="5815584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40880" y="1691640"/>
            <a:ext cx="4507992" cy="425196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23760" y="3406140"/>
            <a:ext cx="4142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внутренний двор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кем работаем вместе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9844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Впечатление посетителя/клиента единое — складывается из работы нескольких команд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Продюсерский блок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 и загрузка площадки, совместимость программных и коммерческих событий, окна на монтаж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832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Маркетинг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Совпадение обещания и опыта: анонс должен сойтись с тем, что человек получает на входе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7548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Внутренние и внешние коммуникации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Единые формулировки во всех каналах, работа с публичными отзывами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0116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Медиация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стандарты разговора с посетителем: для гостя медиатор и сотрудник службы неразличимы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33832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Статус, условия и обучение фронт-линии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47548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Внешние операторы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Питание, клининг, паркинг, билетный сервис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выстраивается взаимодействие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754880" cy="411480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33375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закулисье 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 выставки или «Своды»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897880" y="1783080"/>
            <a:ext cx="565099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совместные совещания с продюсерским и коммерческим блоками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Ротация сотрудников бэк-офиса в зал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Премиальный фонд для смежных подразделений в коммерческих проектах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Внутренняя мотивация и делегирование ответственности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Рабочая коммуникация в каналах, где люди действительно есть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7830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Пройти путь самостоятельно — цифровой и физический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69464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Профили посетителей и карты пути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55848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Blueprint: кто обеспечивает каждую точку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142232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площадки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928616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Интервью: фронт-линия и посетители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903720" y="1691640"/>
            <a:ext cx="4645152" cy="411480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86600" y="3337560"/>
            <a:ext cx="4279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собственный снимок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прохода пути — точка трения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78638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468880"/>
                <a:gridCol w="1737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меряем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Чем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часто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Удовлетворённость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CSI / CSAT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Лёгкость взаимодействия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Лояльность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квартал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Доверие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индекс доверия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год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Удержание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повторные визиты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Средний чек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capita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144000" y="1783080"/>
            <a:ext cx="24048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обращений и отзывы — регулярный разбор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Тайный визит раз в год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Бэклог запросов с оценкой стоимости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931920" cy="411480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33375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сотрудник в диалоге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посетителем — лицо, не интерьер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74920" y="169164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74920" y="2103120"/>
            <a:ext cx="6473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Гостеприимство как проверяемый навык: обучение, тестирование, внешние тренинги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Актуальные скрипты и база знаний онлайн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воркшопы по программе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Гибридная роль «сервис + контент»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74920" y="397764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Условия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4389120"/>
            <a:ext cx="6473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Карьерная лестница, поощрения, оплата, графики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Участие в общих собраниях, канал для идей с обязательным ответом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 по клиентскому опыту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обслуживания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62072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Публичное обещание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посетителю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4064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85232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285232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Хендбук сотрудника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службы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06056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07224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507224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 работы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обратной связью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528048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29216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729216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 полномочий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фронт-линии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 обслуживания не пишется до аудита точек контакта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 сайта и цифровые пути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Мобильное приложение и веб-сервисы ГЭС-2 для посетителей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Жизненный цикл систем, переход на микросервисную архитектуру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0" y="1691640"/>
            <a:ext cx="1737360" cy="329184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0" y="2926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Экран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события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36408" y="1691640"/>
            <a:ext cx="1737360" cy="329184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19288" y="2926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Экран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820656" y="1691640"/>
            <a:ext cx="1737360" cy="329184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03536" y="2926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Экран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подтверждение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5120640"/>
            <a:ext cx="5696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Скриншоты текущего пути с пометками, где человек теряется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неполадок: увидел — сообщил — починили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Улучшение точек питания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с внешними операторами: питание, клининг, паркинг, билетный сервис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309360" y="1691640"/>
            <a:ext cx="5239512" cy="402336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92240" y="3291840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кафе или гардероб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существующем потоке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чек: магазин, питание, платные форматы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Патронаж и членство для частных лиц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434840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продукты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210312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коммерческих сервисов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«Сводов»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Инкубатор гипотез → MVP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 на внешнем рынке, арт-консалтинг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Выставки корпоративных коллекций партнёров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0" y="1691640"/>
            <a:ext cx="3319272" cy="365760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0" y="310896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Фото: магазин ГЭС-2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57607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 отбора — продаём углубление, а не доступ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2026-09-11T18:28:27Z</dcterms:created>
  <dcterms:modified xsi:type="dcterms:W3CDTF">2026-09-11T18:28:27Z</dcterms:modified>
</cp:coreProperties>
</file>