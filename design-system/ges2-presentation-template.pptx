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862"/>
                </a:solidFill>
                <a:latin typeface="Arial"/>
              </a:rPr>
              <a:t>V—A—C &gt; ГЭС-2 &gt; Шаблон презентации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spc="72">
                <a:solidFill>
                  <a:srgbClr val="000000"/>
                </a:solidFill>
                <a:latin typeface="Arial"/>
              </a:rPr>
              <a:t>Как пользоваться этим шаблоном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9441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Слайд 1 — титул. Слайды 2—6 — примеры вёрстки, встреченные в реальных презентациях ГЭС-2/V–A–C: текст + фото, буллеты + фото, два фото рядом, тайминг, план помещения. Слайд 7 — контакты/закрытие.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Продублируйте нужный слайд (не создавайте с нуля) и замените текст и фото в квадратных скобках — расположение, кегль, отступы и hairline-линии менять не нужно, они уже соответствуют дизайн-системе.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Шрифт: проприетарная Diagramatika недоступна вне сайта ges-2.org — здесь используется Arial как ближайший универсальный аналог (тот же fallback, что и в остальных документах проекта).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Эту инструкцию перед отправкой презентации удалите.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862"/>
                </a:solidFill>
                <a:latin typeface="Arial"/>
              </a:rPr>
              <a:t>V—A—C &gt; ГЭС-2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6B6862"/>
                </a:solidFill>
                <a:latin typeface="Arial"/>
              </a:rPr>
              <a:t>Дом культуры «ГЭС-2»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109441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0" spc="108">
                <a:solidFill>
                  <a:srgbClr val="000000"/>
                </a:solidFill>
                <a:latin typeface="Arial"/>
              </a:rPr>
              <a:t>[Название презентации]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6B6862"/>
                </a:solidFill>
                <a:latin typeface="Arial"/>
              </a:rPr>
              <a:t>[Подзаголовок / для кого]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[дата]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862"/>
                </a:solidFill>
                <a:latin typeface="Arial"/>
              </a:rPr>
              <a:t>V—A—C &gt; ГЭС-2 &gt; О площадке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320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6862"/>
                </a:solidFill>
                <a:latin typeface="Arial"/>
              </a:rPr>
              <a:t>стр.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spc="72">
                <a:solidFill>
                  <a:srgbClr val="000000"/>
                </a:solidFill>
                <a:latin typeface="Arial"/>
              </a:rPr>
              <a:t>[Заголовок раздела]</a:t>
            </a:r>
          </a:p>
        </p:txBody>
      </p:sp>
      <p:pic>
        <p:nvPicPr>
          <p:cNvPr id="6" name="Picture 5" descr="exterior-facade-river-chimneys.jpeg"/>
          <p:cNvPicPr>
            <a:picLocks noChangeAspect="1"/>
          </p:cNvPicPr>
          <p:nvPr/>
        </p:nvPicPr>
        <p:blipFill>
          <a:blip r:embed="rId2"/>
          <a:srcRect l="415" r="415"/>
          <a:stretch>
            <a:fillRect/>
          </a:stretch>
        </p:blipFill>
        <p:spPr>
          <a:xfrm>
            <a:off x="548640" y="1737360"/>
            <a:ext cx="54864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92240" y="1737360"/>
            <a:ext cx="51508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[Один-два абзаца текста рядом с фотографией. Фото — на всю высоту контентной зоны, без рамки и подписи, край в край с текстовым блоком.]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[Второй абзац при необходимости.]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862"/>
                </a:solidFill>
                <a:latin typeface="Arial"/>
              </a:rPr>
              <a:t>V—A—C &gt; ГЭС-2 &gt; Программа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320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6862"/>
                </a:solidFill>
                <a:latin typeface="Arial"/>
              </a:rPr>
              <a:t>стр.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spc="72">
                <a:solidFill>
                  <a:srgbClr val="000000"/>
                </a:solidFill>
                <a:latin typeface="Arial"/>
              </a:rPr>
              <a:t>[Название раздела]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000000"/>
                </a:solidFill>
                <a:latin typeface="Arial"/>
              </a:rPr>
              <a:t>•  [Пункт 1]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000000"/>
                </a:solidFill>
                <a:latin typeface="Arial"/>
              </a:rPr>
              <a:t>•  [Пункт 2]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000000"/>
                </a:solidFill>
                <a:latin typeface="Arial"/>
              </a:rPr>
              <a:t>•  [Пункт 3]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000000"/>
                </a:solidFill>
                <a:latin typeface="Arial"/>
              </a:rPr>
              <a:t>•  [Пункт 4]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000000"/>
                </a:solidFill>
                <a:latin typeface="Arial"/>
              </a:rPr>
              <a:t>•  [Пункт 5]</a:t>
            </a:r>
          </a:p>
        </p:txBody>
      </p:sp>
      <p:pic>
        <p:nvPicPr>
          <p:cNvPr id="7" name="Picture 6" descr="concert-hall-piano-recital.jpeg"/>
          <p:cNvPicPr>
            <a:picLocks noChangeAspect="1"/>
          </p:cNvPicPr>
          <p:nvPr/>
        </p:nvPicPr>
        <p:blipFill>
          <a:blip r:embed="rId2"/>
          <a:srcRect l="11790" r="11790"/>
          <a:stretch>
            <a:fillRect/>
          </a:stretch>
        </p:blipFill>
        <p:spPr>
          <a:xfrm>
            <a:off x="6400800" y="1737360"/>
            <a:ext cx="524225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862"/>
                </a:solidFill>
                <a:latin typeface="Arial"/>
              </a:rPr>
              <a:t>V—A—C &gt; ГЭС-2 &gt; Пространства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320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6862"/>
                </a:solidFill>
                <a:latin typeface="Arial"/>
              </a:rPr>
              <a:t>стр.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spc="72">
                <a:solidFill>
                  <a:srgbClr val="000000"/>
                </a:solidFill>
                <a:latin typeface="Arial"/>
              </a:rPr>
              <a:t>[Локация 1] &gt; [Локация 2]</a:t>
            </a:r>
          </a:p>
        </p:txBody>
      </p:sp>
      <p:pic>
        <p:nvPicPr>
          <p:cNvPr id="6" name="Picture 5" descr="atrium-cafe-green-crane.jpeg"/>
          <p:cNvPicPr>
            <a:picLocks noChangeAspect="1"/>
          </p:cNvPicPr>
          <p:nvPr/>
        </p:nvPicPr>
        <p:blipFill>
          <a:blip r:embed="rId2"/>
          <a:srcRect l="10567" r="10567"/>
          <a:stretch>
            <a:fillRect/>
          </a:stretch>
        </p:blipFill>
        <p:spPr>
          <a:xfrm>
            <a:off x="548640" y="1737360"/>
            <a:ext cx="5410047" cy="4572000"/>
          </a:xfrm>
          <a:prstGeom prst="rect">
            <a:avLst/>
          </a:prstGeom>
        </p:spPr>
      </p:pic>
      <p:pic>
        <p:nvPicPr>
          <p:cNvPr id="7" name="Picture 6" descr="reception-crowd-atrium-artwork.jpeg"/>
          <p:cNvPicPr>
            <a:picLocks noChangeAspect="1"/>
          </p:cNvPicPr>
          <p:nvPr/>
        </p:nvPicPr>
        <p:blipFill>
          <a:blip r:embed="rId3"/>
          <a:srcRect l="10567" r="10567"/>
          <a:stretch>
            <a:fillRect/>
          </a:stretch>
        </p:blipFill>
        <p:spPr>
          <a:xfrm>
            <a:off x="6233007" y="1737360"/>
            <a:ext cx="541004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862"/>
                </a:solidFill>
                <a:latin typeface="Arial"/>
              </a:rPr>
              <a:t>V—A—C &gt; ГЭС-2 &gt; Тайминг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320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6862"/>
                </a:solidFill>
                <a:latin typeface="Arial"/>
              </a:rPr>
              <a:t>стр.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spc="72">
                <a:solidFill>
                  <a:srgbClr val="000000"/>
                </a:solidFill>
                <a:latin typeface="Arial"/>
              </a:rPr>
              <a:t>Тайминг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00000"/>
                </a:solidFill>
                <a:latin typeface="Arial"/>
              </a:rPr>
              <a:t>[Блок 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00.00 — 00.00: [что происходит].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00.00 — 00.00: [что происходит].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00000"/>
                </a:solidFill>
                <a:latin typeface="Arial"/>
              </a:rPr>
              <a:t>[Блок 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69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00.00 — 00.00: [что происходит].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00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00000"/>
                </a:solidFill>
                <a:latin typeface="Arial"/>
              </a:rPr>
              <a:t>[Блок 3]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03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00.00 — 00.00: [что происходит].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715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00000"/>
                </a:solidFill>
                <a:latin typeface="Arial"/>
              </a:rPr>
              <a:t>00.00 — [Закрытие].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862"/>
                </a:solidFill>
                <a:latin typeface="Arial"/>
              </a:rPr>
              <a:t>V—A—C &gt; ГЭС-2 &gt; О площадке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320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6862"/>
                </a:solidFill>
                <a:latin typeface="Arial"/>
              </a:rPr>
              <a:t>стр.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64">
                <a:solidFill>
                  <a:srgbClr val="000000"/>
                </a:solidFill>
                <a:latin typeface="Arial"/>
              </a:rPr>
              <a:t>Карта Дома культуры «ГЭС-2»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85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2400" b="0" spc="48">
                <a:solidFill>
                  <a:srgbClr val="000000"/>
                </a:solidFill>
                <a:latin typeface="Arial"/>
              </a:rPr>
              <a:t>[1 этаж]</a:t>
            </a:r>
          </a:p>
        </p:txBody>
      </p:sp>
      <p:pic>
        <p:nvPicPr>
          <p:cNvPr id="7" name="Picture 6" descr="floor-plan-1st-fl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5244024" cy="420624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1097280" y="2377440"/>
            <a:ext cx="2560320" cy="365760"/>
          </a:xfrm>
          <a:prstGeom prst="line">
            <a:avLst/>
          </a:prstGeom>
          <a:ln w="25400">
            <a:solidFill>
              <a:srgbClr val="0075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1965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75B9"/>
                </a:solidFill>
                <a:latin typeface="Arial"/>
              </a:rPr>
              <a:t>[Основной маршрут]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9855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075B9"/>
                </a:solidFill>
                <a:latin typeface="Arial"/>
              </a:rPr>
              <a:t>— основной маршрут / зона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9855" y="2240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B41700"/>
                </a:solidFill>
                <a:latin typeface="Arial"/>
              </a:rPr>
              <a:t>— альтернативный / акцент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9855" y="27432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6862"/>
                </a:solidFill>
                <a:latin typeface="Arial"/>
              </a:rPr>
              <a:t>Цвета — только для выносок на планах, не для UI и не бренд-акцент.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6862"/>
                </a:solidFill>
                <a:latin typeface="Arial"/>
              </a:rPr>
              <a:t>V—A—C &gt; ГЭС-2 &gt; Контакты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320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6B6862"/>
                </a:solidFill>
                <a:latin typeface="Arial"/>
              </a:rPr>
              <a:t>стр.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spc="72">
                <a:solidFill>
                  <a:srgbClr val="000000"/>
                </a:solidFill>
                <a:latin typeface="Arial"/>
              </a:rPr>
              <a:t>Контакты и адрес: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000000"/>
                </a:solidFill>
                <a:latin typeface="Arial"/>
              </a:rPr>
              <a:t>[Название отдела]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000000"/>
                </a:solidFill>
                <a:latin typeface="Arial"/>
              </a:rPr>
              <a:t>[email@v-a-c.org]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